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3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Optimus</a:t>
            </a:r>
            <a:r>
              <a:rPr lang="zh-CN" altLang="en-US"/>
              <a:t>阻抗测量</a:t>
            </a:r>
            <a:r>
              <a:rPr lang="zh-CN" altLang="en-US"/>
              <a:t>方案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整体</a:t>
            </a:r>
            <a:r>
              <a:rPr lang="zh-CN" altLang="en-US"/>
              <a:t>方案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51855" y="1941830"/>
            <a:ext cx="567817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关键点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触发阻抗测量后，</a:t>
            </a:r>
            <a:r>
              <a:rPr lang="en-US" altLang="zh-CN" sz="1400"/>
              <a:t>FPGA</a:t>
            </a:r>
            <a:r>
              <a:rPr lang="zh-CN" altLang="en-US" sz="1400"/>
              <a:t>以</a:t>
            </a:r>
            <a:r>
              <a:rPr lang="en-US" altLang="zh-CN" sz="1400"/>
              <a:t>4kHz</a:t>
            </a:r>
            <a:r>
              <a:rPr lang="zh-CN" altLang="en-US" sz="1400"/>
              <a:t>完成所有通道的数据采样，每采完一组通知</a:t>
            </a:r>
            <a:r>
              <a:rPr lang="en-US" altLang="zh-CN" sz="1400"/>
              <a:t>MCU</a:t>
            </a:r>
            <a:r>
              <a:rPr lang="zh-CN" altLang="en-US" sz="1400"/>
              <a:t>读取。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FPGA</a:t>
            </a:r>
            <a:r>
              <a:rPr lang="zh-CN" altLang="en-US" sz="1400"/>
              <a:t>新增一个</a:t>
            </a:r>
            <a:r>
              <a:rPr lang="en-US" altLang="zh-CN" sz="1400"/>
              <a:t>FIFO</a:t>
            </a:r>
            <a:r>
              <a:rPr lang="zh-CN" altLang="en-US" sz="1400"/>
              <a:t>，阻抗测量过程中只存储</a:t>
            </a:r>
            <a:r>
              <a:rPr lang="zh-CN" altLang="en-US" sz="1400"/>
              <a:t>所测通道的数据，</a:t>
            </a:r>
            <a:r>
              <a:rPr lang="en-US" altLang="zh-CN" sz="1400"/>
              <a:t>FIFO</a:t>
            </a:r>
            <a:r>
              <a:rPr lang="zh-CN" altLang="en-US" sz="1400"/>
              <a:t>输出的数据宽度为</a:t>
            </a:r>
            <a:r>
              <a:rPr lang="en-US" altLang="zh-CN" sz="1400"/>
              <a:t>16</a:t>
            </a:r>
            <a:r>
              <a:rPr lang="zh-CN" altLang="en-US" sz="1400"/>
              <a:t>位。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每次测量的原始数据量为</a:t>
            </a:r>
            <a:r>
              <a:rPr lang="en-US" altLang="zh-CN" sz="1400"/>
              <a:t>120words</a:t>
            </a:r>
            <a:r>
              <a:rPr lang="zh-CN" altLang="en-US" sz="1400"/>
              <a:t>，为了在一帧内完全传输，去掉前面</a:t>
            </a:r>
            <a:r>
              <a:rPr lang="en-US" altLang="zh-CN" sz="1400"/>
              <a:t>20</a:t>
            </a:r>
            <a:r>
              <a:rPr lang="zh-CN" altLang="en-US" sz="1400"/>
              <a:t>个采样结果，只传</a:t>
            </a:r>
            <a:r>
              <a:rPr lang="en-US" altLang="zh-CN" sz="1400"/>
              <a:t>100words</a:t>
            </a:r>
            <a:r>
              <a:rPr lang="zh-CN" altLang="en-US" sz="1400"/>
              <a:t>。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FPGA</a:t>
            </a:r>
            <a:r>
              <a:rPr lang="zh-CN" altLang="en-US" sz="1400"/>
              <a:t>分片传输单次格式如表格中定义，</a:t>
            </a:r>
            <a:r>
              <a:rPr lang="en-US" altLang="zh-CN" sz="1400"/>
              <a:t>MCU</a:t>
            </a:r>
            <a:r>
              <a:rPr lang="zh-CN" altLang="en-US" sz="1400"/>
              <a:t>取到两次数据后合并为一帧传给</a:t>
            </a:r>
            <a:r>
              <a:rPr lang="en-US" altLang="zh-CN" sz="1400"/>
              <a:t>PC</a:t>
            </a:r>
            <a:r>
              <a:rPr lang="zh-CN" altLang="en-US" sz="1400"/>
              <a:t>。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400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400" b="1"/>
              <a:t>问题讨论</a:t>
            </a:r>
            <a:endParaRPr lang="zh-CN" altLang="en-US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设置参数是否需要设置采样频率，</a:t>
            </a:r>
            <a:r>
              <a:rPr lang="en-US" altLang="zh-CN" sz="1400">
                <a:sym typeface="+mn-ea"/>
              </a:rPr>
              <a:t>mcu</a:t>
            </a:r>
            <a:r>
              <a:rPr lang="zh-CN" altLang="en-US" sz="1400">
                <a:sym typeface="+mn-ea"/>
              </a:rPr>
              <a:t>是否需要在采样前读取这个数据？</a:t>
            </a:r>
            <a:r>
              <a:rPr lang="en-US" altLang="zh-CN" sz="1400">
                <a:sym typeface="+mn-ea"/>
              </a:rPr>
              <a:t>--------</a:t>
            </a:r>
            <a:r>
              <a:rPr lang="zh-CN" altLang="en-US" sz="1400" b="1">
                <a:sym typeface="+mn-ea"/>
              </a:rPr>
              <a:t>结论：</a:t>
            </a:r>
            <a:r>
              <a:rPr lang="en-US" altLang="zh-CN" sz="1400" b="1"/>
              <a:t> FPGA</a:t>
            </a:r>
            <a:r>
              <a:rPr lang="zh-CN" altLang="en-US" sz="1400" b="1"/>
              <a:t>新版本不需要</a:t>
            </a:r>
            <a:r>
              <a:rPr lang="en-US" altLang="zh-CN" sz="1400" b="1"/>
              <a:t>MCU</a:t>
            </a:r>
            <a:r>
              <a:rPr lang="zh-CN" altLang="en-US" sz="1400" b="1"/>
              <a:t>在采样之前读取这个寄存器，启动阻抗测量后，</a:t>
            </a:r>
            <a:r>
              <a:rPr lang="en-US" altLang="zh-CN" sz="1400" b="1"/>
              <a:t>FPGA</a:t>
            </a:r>
            <a:r>
              <a:rPr lang="zh-CN" altLang="en-US" sz="1400" b="1"/>
              <a:t>内部完成采样频率</a:t>
            </a:r>
            <a:r>
              <a:rPr lang="zh-CN" altLang="en-US" sz="1400" b="1"/>
              <a:t>切换</a:t>
            </a:r>
            <a:endParaRPr lang="zh-CN" altLang="en-US" sz="1400" b="1"/>
          </a:p>
        </p:txBody>
      </p:sp>
      <p:pic>
        <p:nvPicPr>
          <p:cNvPr id="12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788035" y="1875790"/>
            <a:ext cx="4810125" cy="39611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阻抗</a:t>
            </a:r>
            <a:r>
              <a:rPr lang="zh-CN" altLang="en-US"/>
              <a:t>执行测量</a:t>
            </a:r>
            <a:r>
              <a:rPr lang="zh-CN" altLang="en-US"/>
              <a:t>流程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15235" y="1743075"/>
            <a:ext cx="1041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292225" y="1691005"/>
            <a:ext cx="4772660" cy="40811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96000" y="2637790"/>
            <a:ext cx="51758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DAC</a:t>
            </a:r>
            <a:r>
              <a:rPr lang="zh-CN" altLang="en-US" sz="1600"/>
              <a:t>输出序列在</a:t>
            </a:r>
            <a:r>
              <a:rPr lang="en-US" altLang="zh-CN" sz="1600"/>
              <a:t>AuxCmd1</a:t>
            </a:r>
            <a:r>
              <a:rPr lang="zh-CN" altLang="en-US" sz="1600"/>
              <a:t>中执行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阻抗测量控制命令在</a:t>
            </a:r>
            <a:r>
              <a:rPr lang="en-US" altLang="zh-CN" sz="1600"/>
              <a:t>AuxCmd3</a:t>
            </a:r>
            <a:r>
              <a:rPr lang="zh-CN" altLang="en-US" sz="1600"/>
              <a:t>中执行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AuxCmd3</a:t>
            </a:r>
            <a:r>
              <a:rPr lang="zh-CN" altLang="en-US" sz="1600"/>
              <a:t>的序号</a:t>
            </a:r>
            <a:r>
              <a:rPr lang="en-US" altLang="zh-CN" sz="1600"/>
              <a:t>6</a:t>
            </a:r>
            <a:r>
              <a:rPr lang="zh-CN" altLang="en-US" sz="1600"/>
              <a:t>命令控制</a:t>
            </a:r>
            <a:r>
              <a:rPr lang="en-US" altLang="zh-CN" sz="1600"/>
              <a:t>Cap</a:t>
            </a:r>
            <a:r>
              <a:rPr lang="zh-CN" altLang="en-US" sz="1600"/>
              <a:t>档位，序号</a:t>
            </a:r>
            <a:r>
              <a:rPr lang="en-US" altLang="zh-CN" sz="1600"/>
              <a:t>7</a:t>
            </a:r>
            <a:r>
              <a:rPr lang="zh-CN" altLang="en-US" sz="1600"/>
              <a:t>命令控制测量通道。</a:t>
            </a:r>
            <a:endParaRPr lang="en-US" altLang="zh-CN" sz="1600"/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6363335" y="4753610"/>
          <a:ext cx="5440680" cy="861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6995"/>
                <a:gridCol w="2813685"/>
              </a:tblGrid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Head[1]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DATA[50]</a:t>
                      </a:r>
                      <a:endParaRPr lang="en-US" altLang="zh-CN" sz="1400"/>
                    </a:p>
                  </a:txBody>
                  <a:tcPr/>
                </a:tc>
              </a:tr>
              <a:tr h="5568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通道号</a:t>
                      </a:r>
                      <a:r>
                        <a:rPr lang="en-US" altLang="zh-CN" sz="1400"/>
                        <a:t>[5:0]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电容档位</a:t>
                      </a:r>
                      <a:r>
                        <a:rPr lang="en-US" altLang="zh-CN" sz="1400">
                          <a:sym typeface="+mn-ea"/>
                        </a:rPr>
                        <a:t>[7:6]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采样数据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363335" y="4446905"/>
            <a:ext cx="28473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FPGA</a:t>
            </a:r>
            <a:r>
              <a:rPr lang="zh-CN" altLang="en-US" sz="1400"/>
              <a:t>存</a:t>
            </a:r>
            <a:r>
              <a:rPr lang="en-US" altLang="zh-CN" sz="1400"/>
              <a:t>FIFO</a:t>
            </a:r>
            <a:r>
              <a:rPr lang="zh-CN" altLang="en-US" sz="1400"/>
              <a:t>数据帧格式</a:t>
            </a:r>
            <a:endParaRPr lang="zh-CN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新增</a:t>
            </a:r>
            <a:r>
              <a:rPr lang="zh-CN" altLang="en-US"/>
              <a:t>接口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233170" y="1565910"/>
          <a:ext cx="9597390" cy="4411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48"/>
                <a:gridCol w="1922246"/>
                <a:gridCol w="1939281"/>
                <a:gridCol w="2687786"/>
                <a:gridCol w="1059815"/>
                <a:gridCol w="1607914"/>
              </a:tblGrid>
              <a:tr h="3352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接口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SPI</a:t>
                      </a:r>
                      <a:r>
                        <a:rPr lang="zh-CN" altLang="en-US" sz="1600"/>
                        <a:t>地址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帧</a:t>
                      </a:r>
                      <a:r>
                        <a:rPr lang="zh-CN" altLang="en-US" sz="1600"/>
                        <a:t>类型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参数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部件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备注</a:t>
                      </a:r>
                      <a:endParaRPr lang="zh-CN" altLang="en-US" sz="16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开始阻抗测量</a:t>
                      </a:r>
                      <a:r>
                        <a:rPr lang="zh-CN" altLang="en-US" sz="1400">
                          <a:sym typeface="+mn-ea"/>
                        </a:rPr>
                        <a:t>采样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0x35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无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MCU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2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启动阻抗测量采样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0x21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zcheckEnable=0x02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FPGA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3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阻抗测量数据</a:t>
                      </a:r>
                      <a:r>
                        <a:rPr lang="en-US" altLang="zh-CN" sz="1400"/>
                        <a:t>FIFO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r>
                        <a:rPr lang="en-US" altLang="zh-CN" sz="1400"/>
                        <a:t>xE1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无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FPGA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4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上报阻抗测量</a:t>
                      </a:r>
                      <a:r>
                        <a:rPr lang="zh-CN" altLang="en-US" sz="1400"/>
                        <a:t>数据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r>
                        <a:rPr lang="en-US" altLang="zh-CN" sz="1400"/>
                        <a:t>x36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1.errcode(uint8_t) 0</a:t>
                      </a:r>
                      <a:r>
                        <a:rPr lang="zh-CN" altLang="en-US" sz="1400"/>
                        <a:t>正常，</a:t>
                      </a: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异常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2.cap[7:6]|channel[5:0]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3.ampData[100](uint16)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PC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5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操作</a:t>
                      </a:r>
                      <a:r>
                        <a:rPr lang="en-US" altLang="zh-CN" sz="1400"/>
                        <a:t>FPGA</a:t>
                      </a:r>
                      <a:r>
                        <a:rPr lang="zh-CN" altLang="en-US" sz="1400"/>
                        <a:t>寄存器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0x37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1.type(uint8) 0</a:t>
                      </a:r>
                      <a:r>
                        <a:rPr lang="zh-CN" altLang="en-US" sz="1400"/>
                        <a:t>读</a:t>
                      </a:r>
                      <a:r>
                        <a:rPr lang="en-US" altLang="zh-CN" sz="1400"/>
                        <a:t> 1</a:t>
                      </a:r>
                      <a:r>
                        <a:rPr lang="zh-CN" altLang="en-US" sz="1400"/>
                        <a:t>写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2.addr(uint8)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3.data(uint32)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MCU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6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上报</a:t>
                      </a:r>
                      <a:r>
                        <a:rPr lang="en-US" altLang="zh-CN" sz="1400"/>
                        <a:t>FPGA</a:t>
                      </a:r>
                      <a:r>
                        <a:rPr lang="zh-CN" altLang="en-US" sz="1400"/>
                        <a:t>寄存器值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0x37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1.addr(uint8)</a:t>
                      </a:r>
                      <a:endParaRPr lang="en-US" altLang="zh-CN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2.val(uint32)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PC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7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设置采样量程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0x40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0:±6mV [15:6]</a:t>
                      </a:r>
                      <a:endParaRPr lang="en-US" altLang="zh-CN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1:±200μV [10:1]</a:t>
                      </a:r>
                      <a:endParaRPr lang="en-US" altLang="zh-CN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2:±400μV [11:2]</a:t>
                      </a:r>
                      <a:endParaRPr lang="en-US" altLang="zh-CN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3:±3mV [14:5]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FPGA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在选通道指令之后，开始采样之前</a:t>
                      </a:r>
                      <a:r>
                        <a:rPr lang="zh-CN" altLang="en-US" sz="1400"/>
                        <a:t>调用</a:t>
                      </a:r>
                      <a:endParaRPr lang="zh-CN" altLang="en-US" sz="1400"/>
                    </a:p>
                  </a:txBody>
                  <a:tcPr/>
                </a:tc>
              </a:tr>
              <a:tr h="4489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8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设置</a:t>
                      </a:r>
                      <a:r>
                        <a:rPr lang="en-US" altLang="zh-CN" sz="1400"/>
                        <a:t>DSP</a:t>
                      </a:r>
                      <a:r>
                        <a:rPr lang="zh-CN" altLang="en-US" sz="1400"/>
                        <a:t>截止频率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0x84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reg4[7:0]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FPGA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在选通道指令之后，开始采样之前调用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单元验证</a:t>
            </a:r>
            <a:r>
              <a:rPr lang="zh-CN" altLang="en-US"/>
              <a:t>方式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90600" y="1412875"/>
            <a:ext cx="1030351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PC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验证</a:t>
            </a:r>
            <a:r>
              <a:rPr lang="en-US" altLang="zh-CN"/>
              <a:t>FPGA</a:t>
            </a:r>
            <a:r>
              <a:rPr lang="zh-CN" altLang="en-US"/>
              <a:t>采集到的标准电阻测量数据</a:t>
            </a:r>
            <a:r>
              <a:rPr lang="zh-CN" altLang="en-US"/>
              <a:t>计算的正确性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MCU+</a:t>
            </a:r>
            <a:r>
              <a:rPr lang="en-US" altLang="zh-CN"/>
              <a:t>SDK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SDK</a:t>
            </a:r>
            <a:r>
              <a:rPr lang="zh-CN" altLang="en-US"/>
              <a:t>发送采集阻抗</a:t>
            </a:r>
            <a:r>
              <a:rPr lang="zh-CN" altLang="en-US"/>
              <a:t>数据命令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MCU</a:t>
            </a:r>
            <a:r>
              <a:rPr lang="zh-CN" altLang="en-US"/>
              <a:t>按照新增接口帧结构发送模拟递增数据到上位机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上位机</a:t>
            </a:r>
            <a:r>
              <a:rPr lang="en-US" altLang="zh-CN"/>
              <a:t>daying</a:t>
            </a:r>
            <a:r>
              <a:rPr lang="zh-CN" altLang="en-US"/>
              <a:t>接收到的数据，并验证数据的正确性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FPGA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验证</a:t>
            </a:r>
            <a:r>
              <a:rPr lang="en-US" altLang="zh-CN"/>
              <a:t>FPGA</a:t>
            </a:r>
            <a:r>
              <a:rPr lang="zh-CN" altLang="en-US"/>
              <a:t>资源是否足够，暂定</a:t>
            </a:r>
            <a:r>
              <a:rPr lang="en-US" altLang="zh-CN"/>
              <a:t>50+1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抓取标准电阻下采样</a:t>
            </a:r>
            <a:r>
              <a:rPr lang="zh-CN" altLang="en-US"/>
              <a:t>曲线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通过测试探头验证生成</a:t>
            </a:r>
            <a:r>
              <a:rPr lang="en-US" altLang="zh-CN"/>
              <a:t>DAC</a:t>
            </a:r>
            <a:r>
              <a:rPr lang="zh-CN" altLang="en-US"/>
              <a:t>曲线的</a:t>
            </a:r>
            <a:r>
              <a:rPr lang="zh-CN" altLang="en-US"/>
              <a:t>正确性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0600" y="5116830"/>
            <a:ext cx="90792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各模块开发周期</a:t>
            </a:r>
            <a:endParaRPr lang="en-US" altLang="zh-CN"/>
          </a:p>
          <a:p>
            <a:r>
              <a:rPr lang="en-US" altLang="zh-CN"/>
              <a:t>FPGA</a:t>
            </a:r>
            <a:r>
              <a:rPr lang="zh-CN" altLang="en-US"/>
              <a:t>：</a:t>
            </a:r>
            <a:r>
              <a:rPr lang="en-US" altLang="zh-CN"/>
              <a:t> 5/22~5/28   5</a:t>
            </a:r>
            <a:r>
              <a:rPr lang="zh-CN" altLang="en-US"/>
              <a:t>个</a:t>
            </a:r>
            <a:r>
              <a:rPr lang="zh-CN" altLang="en-US"/>
              <a:t>工作日</a:t>
            </a:r>
            <a:endParaRPr lang="zh-CN" altLang="en-US"/>
          </a:p>
          <a:p>
            <a:r>
              <a:rPr lang="en-US" altLang="zh-CN"/>
              <a:t>MCU</a:t>
            </a:r>
            <a:r>
              <a:rPr lang="zh-CN" altLang="en-US"/>
              <a:t>：</a:t>
            </a:r>
            <a:r>
              <a:rPr lang="en-US" altLang="zh-CN"/>
              <a:t>  5/26~5/28   3</a:t>
            </a:r>
            <a:r>
              <a:rPr lang="zh-CN" altLang="en-US"/>
              <a:t>个工作日</a:t>
            </a:r>
            <a:endParaRPr lang="en-US" altLang="zh-CN"/>
          </a:p>
          <a:p>
            <a:r>
              <a:rPr lang="en-US" altLang="zh-CN"/>
              <a:t>PC:         </a:t>
            </a:r>
            <a:r>
              <a:rPr lang="en-US" altLang="zh-CN">
                <a:sym typeface="+mn-ea"/>
              </a:rPr>
              <a:t>5/22~5/26   3</a:t>
            </a:r>
            <a:r>
              <a:rPr lang="zh-CN" altLang="en-US">
                <a:sym typeface="+mn-ea"/>
              </a:rPr>
              <a:t>个</a:t>
            </a:r>
            <a:r>
              <a:rPr lang="zh-CN" altLang="en-US">
                <a:sym typeface="+mn-ea"/>
              </a:rPr>
              <a:t>工作日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28*65"/>
  <p:tag name="TABLE_ENDDRAG_RECT" val="90*434*428*65"/>
</p:tagLst>
</file>

<file path=ppt/tags/tag2.xml><?xml version="1.0" encoding="utf-8"?>
<p:tagLst xmlns:p="http://schemas.openxmlformats.org/presentationml/2006/main">
  <p:tag name="TABLE_ENDDRAG_ORIGIN_RECT" val="755*332"/>
  <p:tag name="TABLE_ENDDRAG_RECT" val="90*116*755*33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WPS Office WWO_dingtalk_20240221035043-c523bba0e7</Application>
  <PresentationFormat>宽屏</PresentationFormat>
  <Paragraphs>154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汉仪旗黑KW 55S</vt:lpstr>
      <vt:lpstr>Calibri</vt:lpstr>
      <vt:lpstr>汉仪书宋二KW</vt:lpstr>
      <vt:lpstr>Kingsoft Confetti</vt:lpstr>
      <vt:lpstr>WPS</vt:lpstr>
      <vt:lpstr>Optimus阻抗测量方案</vt:lpstr>
      <vt:lpstr>整体方案</vt:lpstr>
      <vt:lpstr>阻抗执行测量流程</vt:lpstr>
      <vt:lpstr>新增接口</vt:lpstr>
      <vt:lpstr>单元验证方式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Optimus阻抗测量方案</dc:title>
  <dc:creator>huangyonggang</dc:creator>
  <cp:lastModifiedBy>WPS_1745374545</cp:lastModifiedBy>
  <dcterms:created xsi:type="dcterms:W3CDTF">2025-05-29T07:06:46Z</dcterms:created>
  <dcterms:modified xsi:type="dcterms:W3CDTF">2025-05-29T07:06:46Z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2052-0.0.0.0</vt:lpwstr>
  </property>
</Properties>
</file>